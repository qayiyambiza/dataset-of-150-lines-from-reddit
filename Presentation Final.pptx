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ayiya Mbiza" userId="1719ed0a19bbe49b" providerId="LiveId" clId="{CBB8033E-0BBB-46AD-936A-B08D9D83858F}"/>
    <pc:docChg chg="undo custSel modSld">
      <pc:chgData name="Qayiya Mbiza" userId="1719ed0a19bbe49b" providerId="LiveId" clId="{CBB8033E-0BBB-46AD-936A-B08D9D83858F}" dt="2026-01-05T20:29:25.171" v="14" actId="26606"/>
      <pc:docMkLst>
        <pc:docMk/>
      </pc:docMkLst>
      <pc:sldChg chg="addSp delSp modSp mod setBg">
        <pc:chgData name="Qayiya Mbiza" userId="1719ed0a19bbe49b" providerId="LiveId" clId="{CBB8033E-0BBB-46AD-936A-B08D9D83858F}" dt="2026-01-05T20:27:53.197" v="0" actId="26606"/>
        <pc:sldMkLst>
          <pc:docMk/>
          <pc:sldMk cId="0" sldId="257"/>
        </pc:sldMkLst>
        <pc:spChg chg="mod">
          <ac:chgData name="Qayiya Mbiza" userId="1719ed0a19bbe49b" providerId="LiveId" clId="{CBB8033E-0BBB-46AD-936A-B08D9D83858F}" dt="2026-01-05T20:27:53.197" v="0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Qayiya Mbiza" userId="1719ed0a19bbe49b" providerId="LiveId" clId="{CBB8033E-0BBB-46AD-936A-B08D9D83858F}" dt="2026-01-05T20:27:53.197" v="0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Qayiya Mbiza" userId="1719ed0a19bbe49b" providerId="LiveId" clId="{CBB8033E-0BBB-46AD-936A-B08D9D83858F}" dt="2026-01-05T20:27:53.197" v="0" actId="26606"/>
          <ac:spMkLst>
            <pc:docMk/>
            <pc:sldMk cId="0" sldId="257"/>
            <ac:spMk id="10" creationId="{B50AB553-2A96-4A92-96F2-93548E096954}"/>
          </ac:spMkLst>
        </pc:spChg>
        <pc:graphicFrameChg chg="add">
          <ac:chgData name="Qayiya Mbiza" userId="1719ed0a19bbe49b" providerId="LiveId" clId="{CBB8033E-0BBB-46AD-936A-B08D9D83858F}" dt="2026-01-05T20:27:53.197" v="0" actId="26606"/>
          <ac:graphicFrameMkLst>
            <pc:docMk/>
            <pc:sldMk cId="0" sldId="257"/>
            <ac:graphicFrameMk id="5" creationId="{6AE054D4-DDDC-6CBC-75E5-217B42190D1F}"/>
          </ac:graphicFrameMkLst>
        </pc:graphicFrameChg>
        <pc:picChg chg="add">
          <ac:chgData name="Qayiya Mbiza" userId="1719ed0a19bbe49b" providerId="LiveId" clId="{CBB8033E-0BBB-46AD-936A-B08D9D83858F}" dt="2026-01-05T20:27:53.197" v="0" actId="26606"/>
          <ac:picMkLst>
            <pc:docMk/>
            <pc:sldMk cId="0" sldId="257"/>
            <ac:picMk id="6" creationId="{50497372-A696-9572-A9AD-01EA672EA34F}"/>
          </ac:picMkLst>
        </pc:picChg>
      </pc:sldChg>
      <pc:sldChg chg="addSp modSp mod setBg">
        <pc:chgData name="Qayiya Mbiza" userId="1719ed0a19bbe49b" providerId="LiveId" clId="{CBB8033E-0BBB-46AD-936A-B08D9D83858F}" dt="2026-01-05T20:28:02.130" v="1" actId="26606"/>
        <pc:sldMkLst>
          <pc:docMk/>
          <pc:sldMk cId="0" sldId="258"/>
        </pc:sldMkLst>
        <pc:spChg chg="mod">
          <ac:chgData name="Qayiya Mbiza" userId="1719ed0a19bbe49b" providerId="LiveId" clId="{CBB8033E-0BBB-46AD-936A-B08D9D83858F}" dt="2026-01-05T20:28:02.130" v="1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Qayiya Mbiza" userId="1719ed0a19bbe49b" providerId="LiveId" clId="{CBB8033E-0BBB-46AD-936A-B08D9D83858F}" dt="2026-01-05T20:28:02.130" v="1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Qayiya Mbiza" userId="1719ed0a19bbe49b" providerId="LiveId" clId="{CBB8033E-0BBB-46AD-936A-B08D9D83858F}" dt="2026-01-05T20:28:02.130" v="1" actId="26606"/>
          <ac:spMkLst>
            <pc:docMk/>
            <pc:sldMk cId="0" sldId="258"/>
            <ac:spMk id="8" creationId="{1BB867FF-FC45-48F7-8104-F89BE54909F1}"/>
          </ac:spMkLst>
        </pc:spChg>
        <pc:spChg chg="add">
          <ac:chgData name="Qayiya Mbiza" userId="1719ed0a19bbe49b" providerId="LiveId" clId="{CBB8033E-0BBB-46AD-936A-B08D9D83858F}" dt="2026-01-05T20:28:02.130" v="1" actId="26606"/>
          <ac:spMkLst>
            <pc:docMk/>
            <pc:sldMk cId="0" sldId="258"/>
            <ac:spMk id="10" creationId="{8BB56887-D0D5-4F0C-9E19-7247EB83C8B7}"/>
          </ac:spMkLst>
        </pc:spChg>
        <pc:spChg chg="add">
          <ac:chgData name="Qayiya Mbiza" userId="1719ed0a19bbe49b" providerId="LiveId" clId="{CBB8033E-0BBB-46AD-936A-B08D9D83858F}" dt="2026-01-05T20:28:02.130" v="1" actId="26606"/>
          <ac:spMkLst>
            <pc:docMk/>
            <pc:sldMk cId="0" sldId="258"/>
            <ac:spMk id="12" creationId="{081E4A58-353D-44AE-B2FC-2A74E2E400F7}"/>
          </ac:spMkLst>
        </pc:spChg>
      </pc:sldChg>
      <pc:sldChg chg="addSp modSp mod setBg">
        <pc:chgData name="Qayiya Mbiza" userId="1719ed0a19bbe49b" providerId="LiveId" clId="{CBB8033E-0BBB-46AD-936A-B08D9D83858F}" dt="2026-01-05T20:28:09.195" v="2" actId="26606"/>
        <pc:sldMkLst>
          <pc:docMk/>
          <pc:sldMk cId="0" sldId="259"/>
        </pc:sldMkLst>
        <pc:spChg chg="mod">
          <ac:chgData name="Qayiya Mbiza" userId="1719ed0a19bbe49b" providerId="LiveId" clId="{CBB8033E-0BBB-46AD-936A-B08D9D83858F}" dt="2026-01-05T20:28:09.195" v="2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Qayiya Mbiza" userId="1719ed0a19bbe49b" providerId="LiveId" clId="{CBB8033E-0BBB-46AD-936A-B08D9D83858F}" dt="2026-01-05T20:28:09.195" v="2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Qayiya Mbiza" userId="1719ed0a19bbe49b" providerId="LiveId" clId="{CBB8033E-0BBB-46AD-936A-B08D9D83858F}" dt="2026-01-05T20:28:09.195" v="2" actId="26606"/>
          <ac:spMkLst>
            <pc:docMk/>
            <pc:sldMk cId="0" sldId="259"/>
            <ac:spMk id="8" creationId="{1BB867FF-FC45-48F7-8104-F89BE54909F1}"/>
          </ac:spMkLst>
        </pc:spChg>
        <pc:spChg chg="add">
          <ac:chgData name="Qayiya Mbiza" userId="1719ed0a19bbe49b" providerId="LiveId" clId="{CBB8033E-0BBB-46AD-936A-B08D9D83858F}" dt="2026-01-05T20:28:09.195" v="2" actId="26606"/>
          <ac:spMkLst>
            <pc:docMk/>
            <pc:sldMk cId="0" sldId="259"/>
            <ac:spMk id="10" creationId="{8BB56887-D0D5-4F0C-9E19-7247EB83C8B7}"/>
          </ac:spMkLst>
        </pc:spChg>
        <pc:spChg chg="add">
          <ac:chgData name="Qayiya Mbiza" userId="1719ed0a19bbe49b" providerId="LiveId" clId="{CBB8033E-0BBB-46AD-936A-B08D9D83858F}" dt="2026-01-05T20:28:09.195" v="2" actId="26606"/>
          <ac:spMkLst>
            <pc:docMk/>
            <pc:sldMk cId="0" sldId="259"/>
            <ac:spMk id="12" creationId="{081E4A58-353D-44AE-B2FC-2A74E2E400F7}"/>
          </ac:spMkLst>
        </pc:spChg>
      </pc:sldChg>
      <pc:sldChg chg="addSp modSp mod setBg">
        <pc:chgData name="Qayiya Mbiza" userId="1719ed0a19bbe49b" providerId="LiveId" clId="{CBB8033E-0BBB-46AD-936A-B08D9D83858F}" dt="2026-01-05T20:28:16.402" v="3" actId="26606"/>
        <pc:sldMkLst>
          <pc:docMk/>
          <pc:sldMk cId="0" sldId="260"/>
        </pc:sldMkLst>
        <pc:spChg chg="mod">
          <ac:chgData name="Qayiya Mbiza" userId="1719ed0a19bbe49b" providerId="LiveId" clId="{CBB8033E-0BBB-46AD-936A-B08D9D83858F}" dt="2026-01-05T20:28:16.402" v="3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Qayiya Mbiza" userId="1719ed0a19bbe49b" providerId="LiveId" clId="{CBB8033E-0BBB-46AD-936A-B08D9D83858F}" dt="2026-01-05T20:28:16.402" v="3" actId="26606"/>
          <ac:spMkLst>
            <pc:docMk/>
            <pc:sldMk cId="0" sldId="260"/>
            <ac:spMk id="8" creationId="{A4AC5506-6312-4701-8D3C-40187889A947}"/>
          </ac:spMkLst>
        </pc:spChg>
        <pc:picChg chg="mod">
          <ac:chgData name="Qayiya Mbiza" userId="1719ed0a19bbe49b" providerId="LiveId" clId="{CBB8033E-0BBB-46AD-936A-B08D9D83858F}" dt="2026-01-05T20:28:16.402" v="3" actId="26606"/>
          <ac:picMkLst>
            <pc:docMk/>
            <pc:sldMk cId="0" sldId="260"/>
            <ac:picMk id="3" creationId="{00000000-0000-0000-0000-000000000000}"/>
          </ac:picMkLst>
        </pc:picChg>
      </pc:sldChg>
      <pc:sldChg chg="addSp modSp mod setBg">
        <pc:chgData name="Qayiya Mbiza" userId="1719ed0a19bbe49b" providerId="LiveId" clId="{CBB8033E-0BBB-46AD-936A-B08D9D83858F}" dt="2026-01-05T20:28:22.698" v="4" actId="26606"/>
        <pc:sldMkLst>
          <pc:docMk/>
          <pc:sldMk cId="0" sldId="261"/>
        </pc:sldMkLst>
        <pc:spChg chg="mod">
          <ac:chgData name="Qayiya Mbiza" userId="1719ed0a19bbe49b" providerId="LiveId" clId="{CBB8033E-0BBB-46AD-936A-B08D9D83858F}" dt="2026-01-05T20:28:22.698" v="4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Qayiya Mbiza" userId="1719ed0a19bbe49b" providerId="LiveId" clId="{CBB8033E-0BBB-46AD-936A-B08D9D83858F}" dt="2026-01-05T20:28:22.698" v="4" actId="26606"/>
          <ac:spMkLst>
            <pc:docMk/>
            <pc:sldMk cId="0" sldId="261"/>
            <ac:spMk id="8" creationId="{A4AC5506-6312-4701-8D3C-40187889A947}"/>
          </ac:spMkLst>
        </pc:spChg>
        <pc:picChg chg="mod">
          <ac:chgData name="Qayiya Mbiza" userId="1719ed0a19bbe49b" providerId="LiveId" clId="{CBB8033E-0BBB-46AD-936A-B08D9D83858F}" dt="2026-01-05T20:28:22.698" v="4" actId="26606"/>
          <ac:picMkLst>
            <pc:docMk/>
            <pc:sldMk cId="0" sldId="261"/>
            <ac:picMk id="3" creationId="{00000000-0000-0000-0000-000000000000}"/>
          </ac:picMkLst>
        </pc:picChg>
      </pc:sldChg>
      <pc:sldChg chg="addSp modSp mod setBg">
        <pc:chgData name="Qayiya Mbiza" userId="1719ed0a19bbe49b" providerId="LiveId" clId="{CBB8033E-0BBB-46AD-936A-B08D9D83858F}" dt="2026-01-05T20:28:30.929" v="5" actId="26606"/>
        <pc:sldMkLst>
          <pc:docMk/>
          <pc:sldMk cId="0" sldId="262"/>
        </pc:sldMkLst>
        <pc:spChg chg="mod">
          <ac:chgData name="Qayiya Mbiza" userId="1719ed0a19bbe49b" providerId="LiveId" clId="{CBB8033E-0BBB-46AD-936A-B08D9D83858F}" dt="2026-01-05T20:28:30.929" v="5" actId="26606"/>
          <ac:spMkLst>
            <pc:docMk/>
            <pc:sldMk cId="0" sldId="262"/>
            <ac:spMk id="2" creationId="{00000000-0000-0000-0000-000000000000}"/>
          </ac:spMkLst>
        </pc:spChg>
        <pc:spChg chg="add">
          <ac:chgData name="Qayiya Mbiza" userId="1719ed0a19bbe49b" providerId="LiveId" clId="{CBB8033E-0BBB-46AD-936A-B08D9D83858F}" dt="2026-01-05T20:28:30.929" v="5" actId="26606"/>
          <ac:spMkLst>
            <pc:docMk/>
            <pc:sldMk cId="0" sldId="262"/>
            <ac:spMk id="8" creationId="{A4AC5506-6312-4701-8D3C-40187889A947}"/>
          </ac:spMkLst>
        </pc:spChg>
        <pc:picChg chg="mod">
          <ac:chgData name="Qayiya Mbiza" userId="1719ed0a19bbe49b" providerId="LiveId" clId="{CBB8033E-0BBB-46AD-936A-B08D9D83858F}" dt="2026-01-05T20:28:30.929" v="5" actId="26606"/>
          <ac:picMkLst>
            <pc:docMk/>
            <pc:sldMk cId="0" sldId="262"/>
            <ac:picMk id="3" creationId="{00000000-0000-0000-0000-000000000000}"/>
          </ac:picMkLst>
        </pc:picChg>
      </pc:sldChg>
      <pc:sldChg chg="addSp modSp mod setBg">
        <pc:chgData name="Qayiya Mbiza" userId="1719ed0a19bbe49b" providerId="LiveId" clId="{CBB8033E-0BBB-46AD-936A-B08D9D83858F}" dt="2026-01-05T20:28:37.479" v="6" actId="26606"/>
        <pc:sldMkLst>
          <pc:docMk/>
          <pc:sldMk cId="0" sldId="263"/>
        </pc:sldMkLst>
        <pc:spChg chg="mod">
          <ac:chgData name="Qayiya Mbiza" userId="1719ed0a19bbe49b" providerId="LiveId" clId="{CBB8033E-0BBB-46AD-936A-B08D9D83858F}" dt="2026-01-05T20:28:37.479" v="6" actId="26606"/>
          <ac:spMkLst>
            <pc:docMk/>
            <pc:sldMk cId="0" sldId="263"/>
            <ac:spMk id="2" creationId="{00000000-0000-0000-0000-000000000000}"/>
          </ac:spMkLst>
        </pc:spChg>
        <pc:spChg chg="add">
          <ac:chgData name="Qayiya Mbiza" userId="1719ed0a19bbe49b" providerId="LiveId" clId="{CBB8033E-0BBB-46AD-936A-B08D9D83858F}" dt="2026-01-05T20:28:37.479" v="6" actId="26606"/>
          <ac:spMkLst>
            <pc:docMk/>
            <pc:sldMk cId="0" sldId="263"/>
            <ac:spMk id="8" creationId="{A4AC5506-6312-4701-8D3C-40187889A947}"/>
          </ac:spMkLst>
        </pc:spChg>
        <pc:picChg chg="mod">
          <ac:chgData name="Qayiya Mbiza" userId="1719ed0a19bbe49b" providerId="LiveId" clId="{CBB8033E-0BBB-46AD-936A-B08D9D83858F}" dt="2026-01-05T20:28:37.479" v="6" actId="2660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mod setBg">
        <pc:chgData name="Qayiya Mbiza" userId="1719ed0a19bbe49b" providerId="LiveId" clId="{CBB8033E-0BBB-46AD-936A-B08D9D83858F}" dt="2026-01-05T20:29:15.810" v="13" actId="26606"/>
        <pc:sldMkLst>
          <pc:docMk/>
          <pc:sldMk cId="0" sldId="264"/>
        </pc:sldMkLst>
        <pc:spChg chg="mod">
          <ac:chgData name="Qayiya Mbiza" userId="1719ed0a19bbe49b" providerId="LiveId" clId="{CBB8033E-0BBB-46AD-936A-B08D9D83858F}" dt="2026-01-05T20:29:15.810" v="13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Qayiya Mbiza" userId="1719ed0a19bbe49b" providerId="LiveId" clId="{CBB8033E-0BBB-46AD-936A-B08D9D83858F}" dt="2026-01-05T20:29:15.810" v="13" actId="26606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Qayiya Mbiza" userId="1719ed0a19bbe49b" providerId="LiveId" clId="{CBB8033E-0BBB-46AD-936A-B08D9D83858F}" dt="2026-01-05T20:29:15.810" v="13" actId="26606"/>
          <ac:spMkLst>
            <pc:docMk/>
            <pc:sldMk cId="0" sldId="264"/>
            <ac:spMk id="8" creationId="{907EF6B7-1338-4443-8C46-6A318D952DFD}"/>
          </ac:spMkLst>
        </pc:spChg>
        <pc:spChg chg="add del">
          <ac:chgData name="Qayiya Mbiza" userId="1719ed0a19bbe49b" providerId="LiveId" clId="{CBB8033E-0BBB-46AD-936A-B08D9D83858F}" dt="2026-01-05T20:29:15.810" v="13" actId="26606"/>
          <ac:spMkLst>
            <pc:docMk/>
            <pc:sldMk cId="0" sldId="264"/>
            <ac:spMk id="10" creationId="{DAAE4CDD-124C-4DCF-9584-B6033B545DD5}"/>
          </ac:spMkLst>
        </pc:spChg>
        <pc:spChg chg="add del">
          <ac:chgData name="Qayiya Mbiza" userId="1719ed0a19bbe49b" providerId="LiveId" clId="{CBB8033E-0BBB-46AD-936A-B08D9D83858F}" dt="2026-01-05T20:29:15.810" v="13" actId="26606"/>
          <ac:spMkLst>
            <pc:docMk/>
            <pc:sldMk cId="0" sldId="264"/>
            <ac:spMk id="12" creationId="{081E4A58-353D-44AE-B2FC-2A74E2E400F7}"/>
          </ac:spMkLst>
        </pc:spChg>
        <pc:spChg chg="add">
          <ac:chgData name="Qayiya Mbiza" userId="1719ed0a19bbe49b" providerId="LiveId" clId="{CBB8033E-0BBB-46AD-936A-B08D9D83858F}" dt="2026-01-05T20:29:15.810" v="13" actId="26606"/>
          <ac:spMkLst>
            <pc:docMk/>
            <pc:sldMk cId="0" sldId="264"/>
            <ac:spMk id="17" creationId="{1BB867FF-FC45-48F7-8104-F89BE54909F1}"/>
          </ac:spMkLst>
        </pc:spChg>
        <pc:spChg chg="add">
          <ac:chgData name="Qayiya Mbiza" userId="1719ed0a19bbe49b" providerId="LiveId" clId="{CBB8033E-0BBB-46AD-936A-B08D9D83858F}" dt="2026-01-05T20:29:15.810" v="13" actId="26606"/>
          <ac:spMkLst>
            <pc:docMk/>
            <pc:sldMk cId="0" sldId="264"/>
            <ac:spMk id="19" creationId="{8BB56887-D0D5-4F0C-9E19-7247EB83C8B7}"/>
          </ac:spMkLst>
        </pc:spChg>
        <pc:spChg chg="add">
          <ac:chgData name="Qayiya Mbiza" userId="1719ed0a19bbe49b" providerId="LiveId" clId="{CBB8033E-0BBB-46AD-936A-B08D9D83858F}" dt="2026-01-05T20:29:15.810" v="13" actId="26606"/>
          <ac:spMkLst>
            <pc:docMk/>
            <pc:sldMk cId="0" sldId="264"/>
            <ac:spMk id="21" creationId="{081E4A58-353D-44AE-B2FC-2A74E2E400F7}"/>
          </ac:spMkLst>
        </pc:spChg>
      </pc:sldChg>
      <pc:sldChg chg="addSp delSp modSp mod setBg">
        <pc:chgData name="Qayiya Mbiza" userId="1719ed0a19bbe49b" providerId="LiveId" clId="{CBB8033E-0BBB-46AD-936A-B08D9D83858F}" dt="2026-01-05T20:29:07.724" v="12" actId="26606"/>
        <pc:sldMkLst>
          <pc:docMk/>
          <pc:sldMk cId="0" sldId="265"/>
        </pc:sldMkLst>
        <pc:spChg chg="mod">
          <ac:chgData name="Qayiya Mbiza" userId="1719ed0a19bbe49b" providerId="LiveId" clId="{CBB8033E-0BBB-46AD-936A-B08D9D83858F}" dt="2026-01-05T20:29:07.724" v="12" actId="26606"/>
          <ac:spMkLst>
            <pc:docMk/>
            <pc:sldMk cId="0" sldId="265"/>
            <ac:spMk id="2" creationId="{00000000-0000-0000-0000-000000000000}"/>
          </ac:spMkLst>
        </pc:spChg>
        <pc:spChg chg="add del mod">
          <ac:chgData name="Qayiya Mbiza" userId="1719ed0a19bbe49b" providerId="LiveId" clId="{CBB8033E-0BBB-46AD-936A-B08D9D83858F}" dt="2026-01-05T20:29:07.724" v="12" actId="26606"/>
          <ac:spMkLst>
            <pc:docMk/>
            <pc:sldMk cId="0" sldId="265"/>
            <ac:spMk id="3" creationId="{00000000-0000-0000-0000-000000000000}"/>
          </ac:spMkLst>
        </pc:spChg>
        <pc:spChg chg="add del">
          <ac:chgData name="Qayiya Mbiza" userId="1719ed0a19bbe49b" providerId="LiveId" clId="{CBB8033E-0BBB-46AD-936A-B08D9D83858F}" dt="2026-01-05T20:29:02.784" v="9" actId="26606"/>
          <ac:spMkLst>
            <pc:docMk/>
            <pc:sldMk cId="0" sldId="265"/>
            <ac:spMk id="8" creationId="{907EF6B7-1338-4443-8C46-6A318D952DFD}"/>
          </ac:spMkLst>
        </pc:spChg>
        <pc:spChg chg="add del">
          <ac:chgData name="Qayiya Mbiza" userId="1719ed0a19bbe49b" providerId="LiveId" clId="{CBB8033E-0BBB-46AD-936A-B08D9D83858F}" dt="2026-01-05T20:29:02.784" v="9" actId="26606"/>
          <ac:spMkLst>
            <pc:docMk/>
            <pc:sldMk cId="0" sldId="265"/>
            <ac:spMk id="10" creationId="{DAAE4CDD-124C-4DCF-9584-B6033B545DD5}"/>
          </ac:spMkLst>
        </pc:spChg>
        <pc:spChg chg="add del">
          <ac:chgData name="Qayiya Mbiza" userId="1719ed0a19bbe49b" providerId="LiveId" clId="{CBB8033E-0BBB-46AD-936A-B08D9D83858F}" dt="2026-01-05T20:29:02.784" v="9" actId="26606"/>
          <ac:spMkLst>
            <pc:docMk/>
            <pc:sldMk cId="0" sldId="265"/>
            <ac:spMk id="12" creationId="{081E4A58-353D-44AE-B2FC-2A74E2E400F7}"/>
          </ac:spMkLst>
        </pc:spChg>
        <pc:spChg chg="add del">
          <ac:chgData name="Qayiya Mbiza" userId="1719ed0a19bbe49b" providerId="LiveId" clId="{CBB8033E-0BBB-46AD-936A-B08D9D83858F}" dt="2026-01-05T20:29:07.701" v="11" actId="26606"/>
          <ac:spMkLst>
            <pc:docMk/>
            <pc:sldMk cId="0" sldId="265"/>
            <ac:spMk id="14" creationId="{B50AB553-2A96-4A92-96F2-93548E096954}"/>
          </ac:spMkLst>
        </pc:spChg>
        <pc:spChg chg="add">
          <ac:chgData name="Qayiya Mbiza" userId="1719ed0a19bbe49b" providerId="LiveId" clId="{CBB8033E-0BBB-46AD-936A-B08D9D83858F}" dt="2026-01-05T20:29:07.724" v="12" actId="26606"/>
          <ac:spMkLst>
            <pc:docMk/>
            <pc:sldMk cId="0" sldId="265"/>
            <ac:spMk id="16" creationId="{1BB867FF-FC45-48F7-8104-F89BE54909F1}"/>
          </ac:spMkLst>
        </pc:spChg>
        <pc:spChg chg="add">
          <ac:chgData name="Qayiya Mbiza" userId="1719ed0a19bbe49b" providerId="LiveId" clId="{CBB8033E-0BBB-46AD-936A-B08D9D83858F}" dt="2026-01-05T20:29:07.724" v="12" actId="26606"/>
          <ac:spMkLst>
            <pc:docMk/>
            <pc:sldMk cId="0" sldId="265"/>
            <ac:spMk id="17" creationId="{8BB56887-D0D5-4F0C-9E19-7247EB83C8B7}"/>
          </ac:spMkLst>
        </pc:spChg>
        <pc:spChg chg="add">
          <ac:chgData name="Qayiya Mbiza" userId="1719ed0a19bbe49b" providerId="LiveId" clId="{CBB8033E-0BBB-46AD-936A-B08D9D83858F}" dt="2026-01-05T20:29:07.724" v="12" actId="26606"/>
          <ac:spMkLst>
            <pc:docMk/>
            <pc:sldMk cId="0" sldId="265"/>
            <ac:spMk id="18" creationId="{081E4A58-353D-44AE-B2FC-2A74E2E400F7}"/>
          </ac:spMkLst>
        </pc:spChg>
        <pc:spChg chg="add">
          <ac:chgData name="Qayiya Mbiza" userId="1719ed0a19bbe49b" providerId="LiveId" clId="{CBB8033E-0BBB-46AD-936A-B08D9D83858F}" dt="2026-01-05T20:29:07.724" v="12" actId="26606"/>
          <ac:spMkLst>
            <pc:docMk/>
            <pc:sldMk cId="0" sldId="265"/>
            <ac:spMk id="19" creationId="{00000000-0000-0000-0000-000000000000}"/>
          </ac:spMkLst>
        </pc:spChg>
        <pc:graphicFrameChg chg="add del">
          <ac:chgData name="Qayiya Mbiza" userId="1719ed0a19bbe49b" providerId="LiveId" clId="{CBB8033E-0BBB-46AD-936A-B08D9D83858F}" dt="2026-01-05T20:29:07.701" v="11" actId="26606"/>
          <ac:graphicFrameMkLst>
            <pc:docMk/>
            <pc:sldMk cId="0" sldId="265"/>
            <ac:graphicFrameMk id="5" creationId="{21A9F9A6-5CC7-FD14-ED61-FC1F7845A72E}"/>
          </ac:graphicFrameMkLst>
        </pc:graphicFrameChg>
        <pc:picChg chg="add del">
          <ac:chgData name="Qayiya Mbiza" userId="1719ed0a19bbe49b" providerId="LiveId" clId="{CBB8033E-0BBB-46AD-936A-B08D9D83858F}" dt="2026-01-05T20:29:07.701" v="11" actId="26606"/>
          <ac:picMkLst>
            <pc:docMk/>
            <pc:sldMk cId="0" sldId="265"/>
            <ac:picMk id="6" creationId="{ED16EC20-A405-56B4-4AF6-6292DF6B6F6D}"/>
          </ac:picMkLst>
        </pc:picChg>
      </pc:sldChg>
      <pc:sldChg chg="addSp modSp mod setBg">
        <pc:chgData name="Qayiya Mbiza" userId="1719ed0a19bbe49b" providerId="LiveId" clId="{CBB8033E-0BBB-46AD-936A-B08D9D83858F}" dt="2026-01-05T20:29:25.171" v="14" actId="26606"/>
        <pc:sldMkLst>
          <pc:docMk/>
          <pc:sldMk cId="0" sldId="266"/>
        </pc:sldMkLst>
        <pc:spChg chg="mod">
          <ac:chgData name="Qayiya Mbiza" userId="1719ed0a19bbe49b" providerId="LiveId" clId="{CBB8033E-0BBB-46AD-936A-B08D9D83858F}" dt="2026-01-05T20:29:25.171" v="14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Qayiya Mbiza" userId="1719ed0a19bbe49b" providerId="LiveId" clId="{CBB8033E-0BBB-46AD-936A-B08D9D83858F}" dt="2026-01-05T20:29:25.171" v="14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Qayiya Mbiza" userId="1719ed0a19bbe49b" providerId="LiveId" clId="{CBB8033E-0BBB-46AD-936A-B08D9D83858F}" dt="2026-01-05T20:29:25.171" v="14" actId="26606"/>
          <ac:spMkLst>
            <pc:docMk/>
            <pc:sldMk cId="0" sldId="266"/>
            <ac:spMk id="8" creationId="{1BB867FF-FC45-48F7-8104-F89BE54909F1}"/>
          </ac:spMkLst>
        </pc:spChg>
        <pc:spChg chg="add">
          <ac:chgData name="Qayiya Mbiza" userId="1719ed0a19bbe49b" providerId="LiveId" clId="{CBB8033E-0BBB-46AD-936A-B08D9D83858F}" dt="2026-01-05T20:29:25.171" v="14" actId="26606"/>
          <ac:spMkLst>
            <pc:docMk/>
            <pc:sldMk cId="0" sldId="266"/>
            <ac:spMk id="10" creationId="{8BB56887-D0D5-4F0C-9E19-7247EB83C8B7}"/>
          </ac:spMkLst>
        </pc:spChg>
        <pc:spChg chg="add">
          <ac:chgData name="Qayiya Mbiza" userId="1719ed0a19bbe49b" providerId="LiveId" clId="{CBB8033E-0BBB-46AD-936A-B08D9D83858F}" dt="2026-01-05T20:29:25.171" v="14" actId="26606"/>
          <ac:spMkLst>
            <pc:docMk/>
            <pc:sldMk cId="0" sldId="266"/>
            <ac:spMk id="12" creationId="{081E4A58-353D-44AE-B2FC-2A74E2E400F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024C45-288C-4469-B91E-1481BDA0871B}" type="doc">
      <dgm:prSet loTypeId="urn:microsoft.com/office/officeart/2005/8/layout/cycle1" loCatId="cycle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04C6C4-35B5-4903-B725-04199452514E}">
      <dgm:prSet/>
      <dgm:spPr/>
      <dgm:t>
        <a:bodyPr/>
        <a:lstStyle/>
        <a:p>
          <a:r>
            <a:rPr lang="en-US"/>
            <a:t>Objective &amp; Data</a:t>
          </a:r>
        </a:p>
      </dgm:t>
    </dgm:pt>
    <dgm:pt modelId="{8718CD0C-9C8C-4B20-BC59-F110FF799B65}" type="parTrans" cxnId="{D7A8166A-ED23-4458-A34C-7E05E7C01081}">
      <dgm:prSet/>
      <dgm:spPr/>
      <dgm:t>
        <a:bodyPr/>
        <a:lstStyle/>
        <a:p>
          <a:endParaRPr lang="en-US"/>
        </a:p>
      </dgm:t>
    </dgm:pt>
    <dgm:pt modelId="{E0C32662-4A75-4A19-BE27-3B5C25854481}" type="sibTrans" cxnId="{D7A8166A-ED23-4458-A34C-7E05E7C01081}">
      <dgm:prSet/>
      <dgm:spPr/>
      <dgm:t>
        <a:bodyPr/>
        <a:lstStyle/>
        <a:p>
          <a:endParaRPr lang="en-US"/>
        </a:p>
      </dgm:t>
    </dgm:pt>
    <dgm:pt modelId="{02ED7AA7-757C-4A74-913B-6344F62F300A}">
      <dgm:prSet/>
      <dgm:spPr/>
      <dgm:t>
        <a:bodyPr/>
        <a:lstStyle/>
        <a:p>
          <a:r>
            <a:rPr lang="en-US"/>
            <a:t>Methodology</a:t>
          </a:r>
        </a:p>
      </dgm:t>
    </dgm:pt>
    <dgm:pt modelId="{A0B7F2D3-C785-438C-83B4-89B861545B82}" type="parTrans" cxnId="{4B689FD2-F6C6-4060-B8D5-57AE7946D20B}">
      <dgm:prSet/>
      <dgm:spPr/>
      <dgm:t>
        <a:bodyPr/>
        <a:lstStyle/>
        <a:p>
          <a:endParaRPr lang="en-US"/>
        </a:p>
      </dgm:t>
    </dgm:pt>
    <dgm:pt modelId="{F4F63E04-124D-48B7-B6E2-E6764BE93F05}" type="sibTrans" cxnId="{4B689FD2-F6C6-4060-B8D5-57AE7946D20B}">
      <dgm:prSet/>
      <dgm:spPr/>
      <dgm:t>
        <a:bodyPr/>
        <a:lstStyle/>
        <a:p>
          <a:endParaRPr lang="en-US"/>
        </a:p>
      </dgm:t>
    </dgm:pt>
    <dgm:pt modelId="{C4D8CF98-043D-4F5F-892E-FAB7E6EAAA93}">
      <dgm:prSet/>
      <dgm:spPr/>
      <dgm:t>
        <a:bodyPr/>
        <a:lstStyle/>
        <a:p>
          <a:r>
            <a:rPr lang="en-US"/>
            <a:t>Sample Insights</a:t>
          </a:r>
        </a:p>
      </dgm:t>
    </dgm:pt>
    <dgm:pt modelId="{3F47DE7A-9B05-4161-975E-9DAC89CF258E}" type="parTrans" cxnId="{B1B7AC08-1BCF-4311-88AD-51EE44FBC973}">
      <dgm:prSet/>
      <dgm:spPr/>
      <dgm:t>
        <a:bodyPr/>
        <a:lstStyle/>
        <a:p>
          <a:endParaRPr lang="en-US"/>
        </a:p>
      </dgm:t>
    </dgm:pt>
    <dgm:pt modelId="{00BD516B-C852-4999-8B1F-F08C1E5D37D1}" type="sibTrans" cxnId="{B1B7AC08-1BCF-4311-88AD-51EE44FBC973}">
      <dgm:prSet/>
      <dgm:spPr/>
      <dgm:t>
        <a:bodyPr/>
        <a:lstStyle/>
        <a:p>
          <a:endParaRPr lang="en-US"/>
        </a:p>
      </dgm:t>
    </dgm:pt>
    <dgm:pt modelId="{D57F7A22-7F1A-4B80-9401-4DF7FE1DC406}">
      <dgm:prSet/>
      <dgm:spPr/>
      <dgm:t>
        <a:bodyPr/>
        <a:lstStyle/>
        <a:p>
          <a:r>
            <a:rPr lang="en-US"/>
            <a:t>Models &amp; Evaluation</a:t>
          </a:r>
        </a:p>
      </dgm:t>
    </dgm:pt>
    <dgm:pt modelId="{52B581AD-8CFF-4E93-8783-F05B96362689}" type="parTrans" cxnId="{2C01F40C-8A62-40F6-9250-2904737FD825}">
      <dgm:prSet/>
      <dgm:spPr/>
      <dgm:t>
        <a:bodyPr/>
        <a:lstStyle/>
        <a:p>
          <a:endParaRPr lang="en-US"/>
        </a:p>
      </dgm:t>
    </dgm:pt>
    <dgm:pt modelId="{531D4333-5ECB-41E9-BFB7-BD167662AA11}" type="sibTrans" cxnId="{2C01F40C-8A62-40F6-9250-2904737FD825}">
      <dgm:prSet/>
      <dgm:spPr/>
      <dgm:t>
        <a:bodyPr/>
        <a:lstStyle/>
        <a:p>
          <a:endParaRPr lang="en-US"/>
        </a:p>
      </dgm:t>
    </dgm:pt>
    <dgm:pt modelId="{D64D4C4F-D130-47A0-984D-42BBF4E0CFA7}">
      <dgm:prSet/>
      <dgm:spPr/>
      <dgm:t>
        <a:bodyPr/>
        <a:lstStyle/>
        <a:p>
          <a:r>
            <a:rPr lang="en-US"/>
            <a:t>Limitations</a:t>
          </a:r>
        </a:p>
      </dgm:t>
    </dgm:pt>
    <dgm:pt modelId="{AB596833-11A4-4785-9106-2182A04116A6}" type="parTrans" cxnId="{D4A5DDB3-7AC5-46A0-9948-9AEDE1AA64B7}">
      <dgm:prSet/>
      <dgm:spPr/>
      <dgm:t>
        <a:bodyPr/>
        <a:lstStyle/>
        <a:p>
          <a:endParaRPr lang="en-US"/>
        </a:p>
      </dgm:t>
    </dgm:pt>
    <dgm:pt modelId="{F5DA768B-5183-4337-8F31-C1C35FC976BA}" type="sibTrans" cxnId="{D4A5DDB3-7AC5-46A0-9948-9AEDE1AA64B7}">
      <dgm:prSet/>
      <dgm:spPr/>
      <dgm:t>
        <a:bodyPr/>
        <a:lstStyle/>
        <a:p>
          <a:endParaRPr lang="en-US"/>
        </a:p>
      </dgm:t>
    </dgm:pt>
    <dgm:pt modelId="{8EAC9AE3-265A-44B2-AAA6-7E59D1875F13}">
      <dgm:prSet/>
      <dgm:spPr/>
      <dgm:t>
        <a:bodyPr/>
        <a:lstStyle/>
        <a:p>
          <a:r>
            <a:rPr lang="en-US"/>
            <a:t>Conclusions &amp; Future Work</a:t>
          </a:r>
        </a:p>
      </dgm:t>
    </dgm:pt>
    <dgm:pt modelId="{7ADCBC00-C7AA-433B-811F-CE703F8675AA}" type="parTrans" cxnId="{6CC10828-D7FB-44BA-8766-7FD1E49D4DC9}">
      <dgm:prSet/>
      <dgm:spPr/>
      <dgm:t>
        <a:bodyPr/>
        <a:lstStyle/>
        <a:p>
          <a:endParaRPr lang="en-US"/>
        </a:p>
      </dgm:t>
    </dgm:pt>
    <dgm:pt modelId="{C18132DF-8625-467E-926D-B7DE77B76B5E}" type="sibTrans" cxnId="{6CC10828-D7FB-44BA-8766-7FD1E49D4DC9}">
      <dgm:prSet/>
      <dgm:spPr/>
      <dgm:t>
        <a:bodyPr/>
        <a:lstStyle/>
        <a:p>
          <a:endParaRPr lang="en-US"/>
        </a:p>
      </dgm:t>
    </dgm:pt>
    <dgm:pt modelId="{5537ACAE-49BF-4CE0-9598-8A86F9C88AC3}" type="pres">
      <dgm:prSet presAssocID="{57024C45-288C-4469-B91E-1481BDA0871B}" presName="cycle" presStyleCnt="0">
        <dgm:presLayoutVars>
          <dgm:dir/>
          <dgm:resizeHandles val="exact"/>
        </dgm:presLayoutVars>
      </dgm:prSet>
      <dgm:spPr/>
    </dgm:pt>
    <dgm:pt modelId="{C582E9FD-8757-49F2-8657-25738AC756CC}" type="pres">
      <dgm:prSet presAssocID="{7304C6C4-35B5-4903-B725-04199452514E}" presName="dummy" presStyleCnt="0"/>
      <dgm:spPr/>
    </dgm:pt>
    <dgm:pt modelId="{06818E37-8D15-4572-839C-F080194F7DE1}" type="pres">
      <dgm:prSet presAssocID="{7304C6C4-35B5-4903-B725-04199452514E}" presName="node" presStyleLbl="revTx" presStyleIdx="0" presStyleCnt="6">
        <dgm:presLayoutVars>
          <dgm:bulletEnabled val="1"/>
        </dgm:presLayoutVars>
      </dgm:prSet>
      <dgm:spPr/>
    </dgm:pt>
    <dgm:pt modelId="{3C9B5BB6-6507-448A-98B9-5FF539103F2E}" type="pres">
      <dgm:prSet presAssocID="{E0C32662-4A75-4A19-BE27-3B5C25854481}" presName="sibTrans" presStyleLbl="node1" presStyleIdx="0" presStyleCnt="6"/>
      <dgm:spPr/>
    </dgm:pt>
    <dgm:pt modelId="{1B18170F-4178-4744-B036-91403E3E088A}" type="pres">
      <dgm:prSet presAssocID="{02ED7AA7-757C-4A74-913B-6344F62F300A}" presName="dummy" presStyleCnt="0"/>
      <dgm:spPr/>
    </dgm:pt>
    <dgm:pt modelId="{0A240281-21C0-4D15-8B9F-6021F665B4ED}" type="pres">
      <dgm:prSet presAssocID="{02ED7AA7-757C-4A74-913B-6344F62F300A}" presName="node" presStyleLbl="revTx" presStyleIdx="1" presStyleCnt="6">
        <dgm:presLayoutVars>
          <dgm:bulletEnabled val="1"/>
        </dgm:presLayoutVars>
      </dgm:prSet>
      <dgm:spPr/>
    </dgm:pt>
    <dgm:pt modelId="{0C0D1B8C-286C-4E8E-BC86-3465353D0A4F}" type="pres">
      <dgm:prSet presAssocID="{F4F63E04-124D-48B7-B6E2-E6764BE93F05}" presName="sibTrans" presStyleLbl="node1" presStyleIdx="1" presStyleCnt="6"/>
      <dgm:spPr/>
    </dgm:pt>
    <dgm:pt modelId="{0AEA580C-E423-4343-8FF2-4FB821E3CAB7}" type="pres">
      <dgm:prSet presAssocID="{C4D8CF98-043D-4F5F-892E-FAB7E6EAAA93}" presName="dummy" presStyleCnt="0"/>
      <dgm:spPr/>
    </dgm:pt>
    <dgm:pt modelId="{7978ECD2-4070-43EF-86A2-2128F79DB169}" type="pres">
      <dgm:prSet presAssocID="{C4D8CF98-043D-4F5F-892E-FAB7E6EAAA93}" presName="node" presStyleLbl="revTx" presStyleIdx="2" presStyleCnt="6">
        <dgm:presLayoutVars>
          <dgm:bulletEnabled val="1"/>
        </dgm:presLayoutVars>
      </dgm:prSet>
      <dgm:spPr/>
    </dgm:pt>
    <dgm:pt modelId="{2FCB718C-9275-43E5-BA1F-81F74D577C0D}" type="pres">
      <dgm:prSet presAssocID="{00BD516B-C852-4999-8B1F-F08C1E5D37D1}" presName="sibTrans" presStyleLbl="node1" presStyleIdx="2" presStyleCnt="6"/>
      <dgm:spPr/>
    </dgm:pt>
    <dgm:pt modelId="{8B8A4783-CBFB-4CAF-9D57-D4110BF4B3E5}" type="pres">
      <dgm:prSet presAssocID="{D57F7A22-7F1A-4B80-9401-4DF7FE1DC406}" presName="dummy" presStyleCnt="0"/>
      <dgm:spPr/>
    </dgm:pt>
    <dgm:pt modelId="{FFE3FE8A-E49B-4FA0-A79A-6A00E64E5FC3}" type="pres">
      <dgm:prSet presAssocID="{D57F7A22-7F1A-4B80-9401-4DF7FE1DC406}" presName="node" presStyleLbl="revTx" presStyleIdx="3" presStyleCnt="6">
        <dgm:presLayoutVars>
          <dgm:bulletEnabled val="1"/>
        </dgm:presLayoutVars>
      </dgm:prSet>
      <dgm:spPr/>
    </dgm:pt>
    <dgm:pt modelId="{7036F7AD-AEA6-4CE1-8108-220D009271D3}" type="pres">
      <dgm:prSet presAssocID="{531D4333-5ECB-41E9-BFB7-BD167662AA11}" presName="sibTrans" presStyleLbl="node1" presStyleIdx="3" presStyleCnt="6"/>
      <dgm:spPr/>
    </dgm:pt>
    <dgm:pt modelId="{A135869B-8A46-4602-A600-40CCB6A19D5C}" type="pres">
      <dgm:prSet presAssocID="{D64D4C4F-D130-47A0-984D-42BBF4E0CFA7}" presName="dummy" presStyleCnt="0"/>
      <dgm:spPr/>
    </dgm:pt>
    <dgm:pt modelId="{6D0B666E-DDCD-4FC9-948D-8673AF73D2D6}" type="pres">
      <dgm:prSet presAssocID="{D64D4C4F-D130-47A0-984D-42BBF4E0CFA7}" presName="node" presStyleLbl="revTx" presStyleIdx="4" presStyleCnt="6">
        <dgm:presLayoutVars>
          <dgm:bulletEnabled val="1"/>
        </dgm:presLayoutVars>
      </dgm:prSet>
      <dgm:spPr/>
    </dgm:pt>
    <dgm:pt modelId="{D272F685-56B5-449C-A945-B2A72CB8FB96}" type="pres">
      <dgm:prSet presAssocID="{F5DA768B-5183-4337-8F31-C1C35FC976BA}" presName="sibTrans" presStyleLbl="node1" presStyleIdx="4" presStyleCnt="6"/>
      <dgm:spPr/>
    </dgm:pt>
    <dgm:pt modelId="{902B6C65-47A4-4D4C-88F0-5FD03A21F513}" type="pres">
      <dgm:prSet presAssocID="{8EAC9AE3-265A-44B2-AAA6-7E59D1875F13}" presName="dummy" presStyleCnt="0"/>
      <dgm:spPr/>
    </dgm:pt>
    <dgm:pt modelId="{51932EB0-B62B-4D83-9CFF-8DAC3DAF9B82}" type="pres">
      <dgm:prSet presAssocID="{8EAC9AE3-265A-44B2-AAA6-7E59D1875F13}" presName="node" presStyleLbl="revTx" presStyleIdx="5" presStyleCnt="6">
        <dgm:presLayoutVars>
          <dgm:bulletEnabled val="1"/>
        </dgm:presLayoutVars>
      </dgm:prSet>
      <dgm:spPr/>
    </dgm:pt>
    <dgm:pt modelId="{BA39F2F7-BB90-4400-AC6A-182A9B83CA38}" type="pres">
      <dgm:prSet presAssocID="{C18132DF-8625-467E-926D-B7DE77B76B5E}" presName="sibTrans" presStyleLbl="node1" presStyleIdx="5" presStyleCnt="6"/>
      <dgm:spPr/>
    </dgm:pt>
  </dgm:ptLst>
  <dgm:cxnLst>
    <dgm:cxn modelId="{B1B7AC08-1BCF-4311-88AD-51EE44FBC973}" srcId="{57024C45-288C-4469-B91E-1481BDA0871B}" destId="{C4D8CF98-043D-4F5F-892E-FAB7E6EAAA93}" srcOrd="2" destOrd="0" parTransId="{3F47DE7A-9B05-4161-975E-9DAC89CF258E}" sibTransId="{00BD516B-C852-4999-8B1F-F08C1E5D37D1}"/>
    <dgm:cxn modelId="{A56AF308-9486-44CE-BEB1-5BCC27D020C9}" type="presOf" srcId="{00BD516B-C852-4999-8B1F-F08C1E5D37D1}" destId="{2FCB718C-9275-43E5-BA1F-81F74D577C0D}" srcOrd="0" destOrd="0" presId="urn:microsoft.com/office/officeart/2005/8/layout/cycle1"/>
    <dgm:cxn modelId="{2C01F40C-8A62-40F6-9250-2904737FD825}" srcId="{57024C45-288C-4469-B91E-1481BDA0871B}" destId="{D57F7A22-7F1A-4B80-9401-4DF7FE1DC406}" srcOrd="3" destOrd="0" parTransId="{52B581AD-8CFF-4E93-8783-F05B96362689}" sibTransId="{531D4333-5ECB-41E9-BFB7-BD167662AA11}"/>
    <dgm:cxn modelId="{811D9C21-FE38-4931-AEEF-E77C24072651}" type="presOf" srcId="{8EAC9AE3-265A-44B2-AAA6-7E59D1875F13}" destId="{51932EB0-B62B-4D83-9CFF-8DAC3DAF9B82}" srcOrd="0" destOrd="0" presId="urn:microsoft.com/office/officeart/2005/8/layout/cycle1"/>
    <dgm:cxn modelId="{4E622B22-D1C1-43E4-8249-7F8E6F92790D}" type="presOf" srcId="{D64D4C4F-D130-47A0-984D-42BBF4E0CFA7}" destId="{6D0B666E-DDCD-4FC9-948D-8673AF73D2D6}" srcOrd="0" destOrd="0" presId="urn:microsoft.com/office/officeart/2005/8/layout/cycle1"/>
    <dgm:cxn modelId="{6CC10828-D7FB-44BA-8766-7FD1E49D4DC9}" srcId="{57024C45-288C-4469-B91E-1481BDA0871B}" destId="{8EAC9AE3-265A-44B2-AAA6-7E59D1875F13}" srcOrd="5" destOrd="0" parTransId="{7ADCBC00-C7AA-433B-811F-CE703F8675AA}" sibTransId="{C18132DF-8625-467E-926D-B7DE77B76B5E}"/>
    <dgm:cxn modelId="{A87FD833-7811-47F6-AE99-CA2EA86BE376}" type="presOf" srcId="{E0C32662-4A75-4A19-BE27-3B5C25854481}" destId="{3C9B5BB6-6507-448A-98B9-5FF539103F2E}" srcOrd="0" destOrd="0" presId="urn:microsoft.com/office/officeart/2005/8/layout/cycle1"/>
    <dgm:cxn modelId="{623C7548-97D9-40AD-992C-6735B0FAE384}" type="presOf" srcId="{C18132DF-8625-467E-926D-B7DE77B76B5E}" destId="{BA39F2F7-BB90-4400-AC6A-182A9B83CA38}" srcOrd="0" destOrd="0" presId="urn:microsoft.com/office/officeart/2005/8/layout/cycle1"/>
    <dgm:cxn modelId="{D7A8166A-ED23-4458-A34C-7E05E7C01081}" srcId="{57024C45-288C-4469-B91E-1481BDA0871B}" destId="{7304C6C4-35B5-4903-B725-04199452514E}" srcOrd="0" destOrd="0" parTransId="{8718CD0C-9C8C-4B20-BC59-F110FF799B65}" sibTransId="{E0C32662-4A75-4A19-BE27-3B5C25854481}"/>
    <dgm:cxn modelId="{EC9C256E-A100-49C6-822E-B249EF7A457C}" type="presOf" srcId="{F5DA768B-5183-4337-8F31-C1C35FC976BA}" destId="{D272F685-56B5-449C-A945-B2A72CB8FB96}" srcOrd="0" destOrd="0" presId="urn:microsoft.com/office/officeart/2005/8/layout/cycle1"/>
    <dgm:cxn modelId="{5E8A8751-133F-44DA-9CE0-6D61D9DDAB0D}" type="presOf" srcId="{57024C45-288C-4469-B91E-1481BDA0871B}" destId="{5537ACAE-49BF-4CE0-9598-8A86F9C88AC3}" srcOrd="0" destOrd="0" presId="urn:microsoft.com/office/officeart/2005/8/layout/cycle1"/>
    <dgm:cxn modelId="{8A5CA585-548B-41E2-8F41-67DB74718C21}" type="presOf" srcId="{D57F7A22-7F1A-4B80-9401-4DF7FE1DC406}" destId="{FFE3FE8A-E49B-4FA0-A79A-6A00E64E5FC3}" srcOrd="0" destOrd="0" presId="urn:microsoft.com/office/officeart/2005/8/layout/cycle1"/>
    <dgm:cxn modelId="{D4A5DDB3-7AC5-46A0-9948-9AEDE1AA64B7}" srcId="{57024C45-288C-4469-B91E-1481BDA0871B}" destId="{D64D4C4F-D130-47A0-984D-42BBF4E0CFA7}" srcOrd="4" destOrd="0" parTransId="{AB596833-11A4-4785-9106-2182A04116A6}" sibTransId="{F5DA768B-5183-4337-8F31-C1C35FC976BA}"/>
    <dgm:cxn modelId="{D0BD8BBA-1A8A-450F-A759-6163DFF8B26D}" type="presOf" srcId="{7304C6C4-35B5-4903-B725-04199452514E}" destId="{06818E37-8D15-4572-839C-F080194F7DE1}" srcOrd="0" destOrd="0" presId="urn:microsoft.com/office/officeart/2005/8/layout/cycle1"/>
    <dgm:cxn modelId="{D06485CC-8482-46B5-AC5B-789AB9992098}" type="presOf" srcId="{F4F63E04-124D-48B7-B6E2-E6764BE93F05}" destId="{0C0D1B8C-286C-4E8E-BC86-3465353D0A4F}" srcOrd="0" destOrd="0" presId="urn:microsoft.com/office/officeart/2005/8/layout/cycle1"/>
    <dgm:cxn modelId="{4B689FD2-F6C6-4060-B8D5-57AE7946D20B}" srcId="{57024C45-288C-4469-B91E-1481BDA0871B}" destId="{02ED7AA7-757C-4A74-913B-6344F62F300A}" srcOrd="1" destOrd="0" parTransId="{A0B7F2D3-C785-438C-83B4-89B861545B82}" sibTransId="{F4F63E04-124D-48B7-B6E2-E6764BE93F05}"/>
    <dgm:cxn modelId="{D74E7BD4-2AE0-469D-AB71-4F7CC8533FD6}" type="presOf" srcId="{C4D8CF98-043D-4F5F-892E-FAB7E6EAAA93}" destId="{7978ECD2-4070-43EF-86A2-2128F79DB169}" srcOrd="0" destOrd="0" presId="urn:microsoft.com/office/officeart/2005/8/layout/cycle1"/>
    <dgm:cxn modelId="{8C7B9CDA-610D-49C5-A682-2641CB20CDE6}" type="presOf" srcId="{02ED7AA7-757C-4A74-913B-6344F62F300A}" destId="{0A240281-21C0-4D15-8B9F-6021F665B4ED}" srcOrd="0" destOrd="0" presId="urn:microsoft.com/office/officeart/2005/8/layout/cycle1"/>
    <dgm:cxn modelId="{BD342DF9-E251-4F89-8D80-498489056C67}" type="presOf" srcId="{531D4333-5ECB-41E9-BFB7-BD167662AA11}" destId="{7036F7AD-AEA6-4CE1-8108-220D009271D3}" srcOrd="0" destOrd="0" presId="urn:microsoft.com/office/officeart/2005/8/layout/cycle1"/>
    <dgm:cxn modelId="{D4FC13D7-6E28-4BE6-A0D8-00BC7DED7184}" type="presParOf" srcId="{5537ACAE-49BF-4CE0-9598-8A86F9C88AC3}" destId="{C582E9FD-8757-49F2-8657-25738AC756CC}" srcOrd="0" destOrd="0" presId="urn:microsoft.com/office/officeart/2005/8/layout/cycle1"/>
    <dgm:cxn modelId="{2CF24434-7B5C-4AA1-9C02-23F0605216E0}" type="presParOf" srcId="{5537ACAE-49BF-4CE0-9598-8A86F9C88AC3}" destId="{06818E37-8D15-4572-839C-F080194F7DE1}" srcOrd="1" destOrd="0" presId="urn:microsoft.com/office/officeart/2005/8/layout/cycle1"/>
    <dgm:cxn modelId="{B3FF244B-440A-49BF-98CB-D7B3600B95DC}" type="presParOf" srcId="{5537ACAE-49BF-4CE0-9598-8A86F9C88AC3}" destId="{3C9B5BB6-6507-448A-98B9-5FF539103F2E}" srcOrd="2" destOrd="0" presId="urn:microsoft.com/office/officeart/2005/8/layout/cycle1"/>
    <dgm:cxn modelId="{99D86056-A00D-440E-81FF-CFA2C983D342}" type="presParOf" srcId="{5537ACAE-49BF-4CE0-9598-8A86F9C88AC3}" destId="{1B18170F-4178-4744-B036-91403E3E088A}" srcOrd="3" destOrd="0" presId="urn:microsoft.com/office/officeart/2005/8/layout/cycle1"/>
    <dgm:cxn modelId="{12615C8B-E4C7-4959-A699-81DDC13C8EDE}" type="presParOf" srcId="{5537ACAE-49BF-4CE0-9598-8A86F9C88AC3}" destId="{0A240281-21C0-4D15-8B9F-6021F665B4ED}" srcOrd="4" destOrd="0" presId="urn:microsoft.com/office/officeart/2005/8/layout/cycle1"/>
    <dgm:cxn modelId="{3280E9D3-7FE0-40D2-9446-D3DA0EF06EF9}" type="presParOf" srcId="{5537ACAE-49BF-4CE0-9598-8A86F9C88AC3}" destId="{0C0D1B8C-286C-4E8E-BC86-3465353D0A4F}" srcOrd="5" destOrd="0" presId="urn:microsoft.com/office/officeart/2005/8/layout/cycle1"/>
    <dgm:cxn modelId="{A333A148-2CF4-4F29-AB4F-A359E04AE528}" type="presParOf" srcId="{5537ACAE-49BF-4CE0-9598-8A86F9C88AC3}" destId="{0AEA580C-E423-4343-8FF2-4FB821E3CAB7}" srcOrd="6" destOrd="0" presId="urn:microsoft.com/office/officeart/2005/8/layout/cycle1"/>
    <dgm:cxn modelId="{99538FEE-7FBC-4074-9866-0E906B57D654}" type="presParOf" srcId="{5537ACAE-49BF-4CE0-9598-8A86F9C88AC3}" destId="{7978ECD2-4070-43EF-86A2-2128F79DB169}" srcOrd="7" destOrd="0" presId="urn:microsoft.com/office/officeart/2005/8/layout/cycle1"/>
    <dgm:cxn modelId="{06C3A584-92FC-44B5-A6AC-9866B85D093C}" type="presParOf" srcId="{5537ACAE-49BF-4CE0-9598-8A86F9C88AC3}" destId="{2FCB718C-9275-43E5-BA1F-81F74D577C0D}" srcOrd="8" destOrd="0" presId="urn:microsoft.com/office/officeart/2005/8/layout/cycle1"/>
    <dgm:cxn modelId="{93EE51D0-B606-417D-9B2A-C1D6ECBE984B}" type="presParOf" srcId="{5537ACAE-49BF-4CE0-9598-8A86F9C88AC3}" destId="{8B8A4783-CBFB-4CAF-9D57-D4110BF4B3E5}" srcOrd="9" destOrd="0" presId="urn:microsoft.com/office/officeart/2005/8/layout/cycle1"/>
    <dgm:cxn modelId="{376861D0-1F1B-473A-A7F9-F735038797FF}" type="presParOf" srcId="{5537ACAE-49BF-4CE0-9598-8A86F9C88AC3}" destId="{FFE3FE8A-E49B-4FA0-A79A-6A00E64E5FC3}" srcOrd="10" destOrd="0" presId="urn:microsoft.com/office/officeart/2005/8/layout/cycle1"/>
    <dgm:cxn modelId="{1E6258C3-7F74-4648-8CE4-4BCD5BAAAB63}" type="presParOf" srcId="{5537ACAE-49BF-4CE0-9598-8A86F9C88AC3}" destId="{7036F7AD-AEA6-4CE1-8108-220D009271D3}" srcOrd="11" destOrd="0" presId="urn:microsoft.com/office/officeart/2005/8/layout/cycle1"/>
    <dgm:cxn modelId="{EF257EF9-63AB-42D1-A2D2-ECBEDACA5C41}" type="presParOf" srcId="{5537ACAE-49BF-4CE0-9598-8A86F9C88AC3}" destId="{A135869B-8A46-4602-A600-40CCB6A19D5C}" srcOrd="12" destOrd="0" presId="urn:microsoft.com/office/officeart/2005/8/layout/cycle1"/>
    <dgm:cxn modelId="{E7695A7B-D656-4E8A-B109-4906B109FB3C}" type="presParOf" srcId="{5537ACAE-49BF-4CE0-9598-8A86F9C88AC3}" destId="{6D0B666E-DDCD-4FC9-948D-8673AF73D2D6}" srcOrd="13" destOrd="0" presId="urn:microsoft.com/office/officeart/2005/8/layout/cycle1"/>
    <dgm:cxn modelId="{96878F32-771E-4DA0-8744-98917868805C}" type="presParOf" srcId="{5537ACAE-49BF-4CE0-9598-8A86F9C88AC3}" destId="{D272F685-56B5-449C-A945-B2A72CB8FB96}" srcOrd="14" destOrd="0" presId="urn:microsoft.com/office/officeart/2005/8/layout/cycle1"/>
    <dgm:cxn modelId="{8255FD37-5D29-41EF-A4DA-275A6A940A7B}" type="presParOf" srcId="{5537ACAE-49BF-4CE0-9598-8A86F9C88AC3}" destId="{902B6C65-47A4-4D4C-88F0-5FD03A21F513}" srcOrd="15" destOrd="0" presId="urn:microsoft.com/office/officeart/2005/8/layout/cycle1"/>
    <dgm:cxn modelId="{CB388CB7-578A-42D9-9AA5-25D44DE7A87B}" type="presParOf" srcId="{5537ACAE-49BF-4CE0-9598-8A86F9C88AC3}" destId="{51932EB0-B62B-4D83-9CFF-8DAC3DAF9B82}" srcOrd="16" destOrd="0" presId="urn:microsoft.com/office/officeart/2005/8/layout/cycle1"/>
    <dgm:cxn modelId="{78A90A81-6963-454E-8E80-11B76F12E6E3}" type="presParOf" srcId="{5537ACAE-49BF-4CE0-9598-8A86F9C88AC3}" destId="{BA39F2F7-BB90-4400-AC6A-182A9B83CA38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18E37-8D15-4572-839C-F080194F7DE1}">
      <dsp:nvSpPr>
        <dsp:cNvPr id="0" name=""/>
        <dsp:cNvSpPr/>
      </dsp:nvSpPr>
      <dsp:spPr>
        <a:xfrm>
          <a:off x="4491344" y="11347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Objective &amp; Data</a:t>
          </a:r>
        </a:p>
      </dsp:txBody>
      <dsp:txXfrm>
        <a:off x="4491344" y="11347"/>
        <a:ext cx="889564" cy="889564"/>
      </dsp:txXfrm>
    </dsp:sp>
    <dsp:sp modelId="{3C9B5BB6-6507-448A-98B9-5FF539103F2E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20572989"/>
            <a:gd name="adj4" fmla="val 18983189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240281-21C0-4D15-8B9F-6021F665B4ED}">
      <dsp:nvSpPr>
        <dsp:cNvPr id="0" name=""/>
        <dsp:cNvSpPr/>
      </dsp:nvSpPr>
      <dsp:spPr>
        <a:xfrm>
          <a:off x="5484121" y="1730886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Methodology</a:t>
          </a:r>
        </a:p>
      </dsp:txBody>
      <dsp:txXfrm>
        <a:off x="5484121" y="1730886"/>
        <a:ext cx="889564" cy="889564"/>
      </dsp:txXfrm>
    </dsp:sp>
    <dsp:sp modelId="{0C0D1B8C-286C-4E8E-BC86-3465353D0A4F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2366477"/>
            <a:gd name="adj4" fmla="val 776677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78ECD2-4070-43EF-86A2-2128F79DB169}">
      <dsp:nvSpPr>
        <dsp:cNvPr id="0" name=""/>
        <dsp:cNvSpPr/>
      </dsp:nvSpPr>
      <dsp:spPr>
        <a:xfrm>
          <a:off x="4491344" y="3450426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Sample Insights</a:t>
          </a:r>
        </a:p>
      </dsp:txBody>
      <dsp:txXfrm>
        <a:off x="4491344" y="3450426"/>
        <a:ext cx="889564" cy="889564"/>
      </dsp:txXfrm>
    </dsp:sp>
    <dsp:sp modelId="{2FCB718C-9275-43E5-BA1F-81F74D577C0D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6110931"/>
            <a:gd name="adj4" fmla="val 4438736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E3FE8A-E49B-4FA0-A79A-6A00E64E5FC3}">
      <dsp:nvSpPr>
        <dsp:cNvPr id="0" name=""/>
        <dsp:cNvSpPr/>
      </dsp:nvSpPr>
      <dsp:spPr>
        <a:xfrm>
          <a:off x="2505791" y="3450426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Models &amp; Evaluation</a:t>
          </a:r>
        </a:p>
      </dsp:txBody>
      <dsp:txXfrm>
        <a:off x="2505791" y="3450426"/>
        <a:ext cx="889564" cy="889564"/>
      </dsp:txXfrm>
    </dsp:sp>
    <dsp:sp modelId="{7036F7AD-AEA6-4CE1-8108-220D009271D3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9772989"/>
            <a:gd name="adj4" fmla="val 8183189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D0B666E-DDCD-4FC9-948D-8673AF73D2D6}">
      <dsp:nvSpPr>
        <dsp:cNvPr id="0" name=""/>
        <dsp:cNvSpPr/>
      </dsp:nvSpPr>
      <dsp:spPr>
        <a:xfrm>
          <a:off x="1513014" y="1730886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Limitations</a:t>
          </a:r>
        </a:p>
      </dsp:txBody>
      <dsp:txXfrm>
        <a:off x="1513014" y="1730886"/>
        <a:ext cx="889564" cy="889564"/>
      </dsp:txXfrm>
    </dsp:sp>
    <dsp:sp modelId="{D272F685-56B5-449C-A945-B2A72CB8FB96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13166477"/>
            <a:gd name="adj4" fmla="val 11576677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932EB0-B62B-4D83-9CFF-8DAC3DAF9B82}">
      <dsp:nvSpPr>
        <dsp:cNvPr id="0" name=""/>
        <dsp:cNvSpPr/>
      </dsp:nvSpPr>
      <dsp:spPr>
        <a:xfrm>
          <a:off x="2505791" y="11347"/>
          <a:ext cx="889564" cy="889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Conclusions &amp; Future Work</a:t>
          </a:r>
        </a:p>
      </dsp:txBody>
      <dsp:txXfrm>
        <a:off x="2505791" y="11347"/>
        <a:ext cx="889564" cy="889564"/>
      </dsp:txXfrm>
    </dsp:sp>
    <dsp:sp modelId="{BA39F2F7-BB90-4400-AC6A-182A9B83CA38}">
      <dsp:nvSpPr>
        <dsp:cNvPr id="0" name=""/>
        <dsp:cNvSpPr/>
      </dsp:nvSpPr>
      <dsp:spPr>
        <a:xfrm>
          <a:off x="1769876" y="2195"/>
          <a:ext cx="4346947" cy="4346947"/>
        </a:xfrm>
        <a:prstGeom prst="circularArrow">
          <a:avLst>
            <a:gd name="adj1" fmla="val 3991"/>
            <a:gd name="adj2" fmla="val 250334"/>
            <a:gd name="adj3" fmla="val 16910931"/>
            <a:gd name="adj4" fmla="val 15238736"/>
            <a:gd name="adj5" fmla="val 465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Apple WWDC Sentiment Analysis</a:t>
            </a:r>
            <a:r>
              <a:rPr lang="en-ZA" dirty="0"/>
              <a:t> on the publics opinion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Final-year project — Qayiya Mbiza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497372-A696-9572-A9AD-01EA672EA3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133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E054D4-DDDC-6CBC-75E5-217B42190D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171329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Objective &amp; Data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t>Objective: Analyze public sentiment around Apple’s WWDC events</a:t>
            </a:r>
          </a:p>
          <a:p>
            <a:r>
              <a:t>Data: Social media discussions (sample_150.csv for demo)</a:t>
            </a:r>
          </a:p>
          <a:p>
            <a:r>
              <a:t>Labels: Negative / Neutral / Positive</a:t>
            </a:r>
          </a:p>
          <a:p>
            <a:r>
              <a:t>Ethics: No full raw data in repo; use samples + fetch instructions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Methodology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t>Preprocessing: lowercase, URL removal, punctuation filtering, tokenization</a:t>
            </a:r>
          </a:p>
          <a:p>
            <a:r>
              <a:t>Models: TF–IDF + Linear SVM baseline; topic hints via LDA</a:t>
            </a:r>
          </a:p>
          <a:p>
            <a:r>
              <a:t>Evaluation: Accuracy, Macro F1 (on full dataset)</a:t>
            </a:r>
          </a:p>
          <a:p>
            <a:r>
              <a:t>Tools: pandas, scikit-learn, matplotlib, seaborn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ZA" sz="2800">
                <a:solidFill>
                  <a:schemeClr val="bg1"/>
                </a:solidFill>
              </a:rPr>
              <a:t>Sample Insights — Sentiment Distribution</a:t>
            </a:r>
          </a:p>
        </p:txBody>
      </p:sp>
      <p:pic>
        <p:nvPicPr>
          <p:cNvPr id="3" name="Picture 2" descr="senti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70" y="1675227"/>
            <a:ext cx="7675458" cy="4394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ZA" sz="2800">
                <a:solidFill>
                  <a:schemeClr val="bg1"/>
                </a:solidFill>
              </a:rPr>
              <a:t>Sample Insights — Sentiment Proportions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900" y="1675227"/>
            <a:ext cx="4394199" cy="4394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ZA" sz="2800">
                <a:solidFill>
                  <a:schemeClr val="bg1"/>
                </a:solidFill>
              </a:rPr>
              <a:t>Sample Insights — Top Words</a:t>
            </a:r>
          </a:p>
        </p:txBody>
      </p:sp>
      <p:pic>
        <p:nvPicPr>
          <p:cNvPr id="3" name="Picture 2" descr="top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533" y="1675227"/>
            <a:ext cx="5858932" cy="4394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ZA" sz="2800">
                <a:solidFill>
                  <a:schemeClr val="bg1"/>
                </a:solidFill>
              </a:rPr>
              <a:t>Sample Insights — Word Cloud</a:t>
            </a:r>
          </a:p>
        </p:txBody>
      </p:sp>
      <p:pic>
        <p:nvPicPr>
          <p:cNvPr id="3" name="Picture 2" descr="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66" y="1675227"/>
            <a:ext cx="7323667" cy="43941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ZA"/>
              <a:t>Models &amp; Evaluation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t>Baseline: TF–IDF + Linear SVM (hinge loss via SGDClassifier)</a:t>
            </a:r>
          </a:p>
          <a:p>
            <a:r>
              <a:t>Full-project metrics: computed on 4M+ rows (omitted here for brevity)</a:t>
            </a:r>
          </a:p>
          <a:p>
            <a:r>
              <a:t>Error analysis: inspect misclassifications; confusion matrix, class balance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ZA"/>
              <a:t>Limitations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t>Lexicon-based baselines miss context, sarcasm; dataset scale constraints</a:t>
            </a:r>
          </a:p>
          <a:p>
            <a:r>
              <a:t>API/ToS constraints for raw social media data</a:t>
            </a:r>
          </a:p>
          <a:p>
            <a:r>
              <a:t>Temporal bias around event windows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Conclusions &amp; Future Work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t>Public sentiment shows measurable patterns around WWDC announcements</a:t>
            </a:r>
          </a:p>
          <a:p>
            <a:r>
              <a:t>Future: transformer fine-tuning, robust evaluation, interactive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230</Words>
  <Application>Microsoft Office PowerPoint</Application>
  <PresentationFormat>On-screen Show (4:3)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Apple WWDC Sentiment Analysis on the publics opinion</vt:lpstr>
      <vt:lpstr>Agenda</vt:lpstr>
      <vt:lpstr>Objective &amp; Data</vt:lpstr>
      <vt:lpstr>Methodology</vt:lpstr>
      <vt:lpstr>Sample Insights — Sentiment Distribution</vt:lpstr>
      <vt:lpstr>Sample Insights — Sentiment Proportions</vt:lpstr>
      <vt:lpstr>Sample Insights — Top Words</vt:lpstr>
      <vt:lpstr>Sample Insights — Word Cloud</vt:lpstr>
      <vt:lpstr>Models &amp; Evaluation</vt:lpstr>
      <vt:lpstr>Limitations</vt:lpstr>
      <vt:lpstr>Conclusions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Qayiya Mbiza</dc:creator>
  <cp:keywords/>
  <dc:description>generated using python-pptx</dc:description>
  <cp:lastModifiedBy>Qayiya Mbiza</cp:lastModifiedBy>
  <cp:revision>2</cp:revision>
  <dcterms:created xsi:type="dcterms:W3CDTF">2013-01-27T09:14:16Z</dcterms:created>
  <dcterms:modified xsi:type="dcterms:W3CDTF">2026-01-05T20:29:27Z</dcterms:modified>
  <cp:category/>
</cp:coreProperties>
</file>